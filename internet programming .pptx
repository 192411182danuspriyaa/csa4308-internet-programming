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66" r:id="rId1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732BA9-1C56-418D-865F-83D57360AEFD}" v="50" dt="2026-08-03T03:52:28.39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1043" autoAdjust="0"/>
  </p:normalViewPr>
  <p:slideViewPr>
    <p:cSldViewPr snapToGrid="0">
      <p:cViewPr varScale="1">
        <p:scale>
          <a:sx n="41" d="100"/>
          <a:sy n="41" d="100"/>
        </p:scale>
        <p:origin x="7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uspriyaa R" userId="8227fdeb2be19e23" providerId="LiveId" clId="{671BEAC2-2433-4D98-A033-84BDD9FD95D5}"/>
    <pc:docChg chg="undo custSel addSld modSld">
      <pc:chgData name="Danuspriyaa R" userId="8227fdeb2be19e23" providerId="LiveId" clId="{671BEAC2-2433-4D98-A033-84BDD9FD95D5}" dt="2026-08-03T03:54:31.777" v="436" actId="20577"/>
      <pc:docMkLst>
        <pc:docMk/>
      </pc:docMkLst>
      <pc:sldChg chg="modSp mod">
        <pc:chgData name="Danuspriyaa R" userId="8227fdeb2be19e23" providerId="LiveId" clId="{671BEAC2-2433-4D98-A033-84BDD9FD95D5}" dt="2026-08-03T03:54:31.777" v="436" actId="20577"/>
        <pc:sldMkLst>
          <pc:docMk/>
          <pc:sldMk cId="0" sldId="256"/>
        </pc:sldMkLst>
        <pc:spChg chg="mod">
          <ac:chgData name="Danuspriyaa R" userId="8227fdeb2be19e23" providerId="LiveId" clId="{671BEAC2-2433-4D98-A033-84BDD9FD95D5}" dt="2026-08-03T03:54:20.096" v="432" actId="20577"/>
          <ac:spMkLst>
            <pc:docMk/>
            <pc:sldMk cId="0" sldId="256"/>
            <ac:spMk id="97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3:54:31.777" v="436" actId="20577"/>
          <ac:spMkLst>
            <pc:docMk/>
            <pc:sldMk cId="0" sldId="256"/>
            <ac:spMk id="98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2:47:46.674" v="13" actId="20577"/>
          <ac:spMkLst>
            <pc:docMk/>
            <pc:sldMk cId="0" sldId="256"/>
            <ac:spMk id="99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2:49:15.807" v="22" actId="113"/>
          <ac:spMkLst>
            <pc:docMk/>
            <pc:sldMk cId="0" sldId="256"/>
            <ac:spMk id="100" creationId="{00000000-0000-0000-0000-000000000000}"/>
          </ac:spMkLst>
        </pc:spChg>
      </pc:sldChg>
      <pc:sldChg chg="modSp mod">
        <pc:chgData name="Danuspriyaa R" userId="8227fdeb2be19e23" providerId="LiveId" clId="{671BEAC2-2433-4D98-A033-84BDD9FD95D5}" dt="2026-08-03T02:58:37.526" v="100" actId="1076"/>
        <pc:sldMkLst>
          <pc:docMk/>
          <pc:sldMk cId="0" sldId="257"/>
        </pc:sldMkLst>
        <pc:spChg chg="mod">
          <ac:chgData name="Danuspriyaa R" userId="8227fdeb2be19e23" providerId="LiveId" clId="{671BEAC2-2433-4D98-A033-84BDD9FD95D5}" dt="2026-08-03T02:54:50.202" v="64" actId="1076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2:58:37.526" v="100" actId="1076"/>
          <ac:spMkLst>
            <pc:docMk/>
            <pc:sldMk cId="0" sldId="257"/>
            <ac:spMk id="105" creationId="{00000000-0000-0000-0000-000000000000}"/>
          </ac:spMkLst>
        </pc:spChg>
      </pc:sldChg>
      <pc:sldChg chg="modSp mod">
        <pc:chgData name="Danuspriyaa R" userId="8227fdeb2be19e23" providerId="LiveId" clId="{671BEAC2-2433-4D98-A033-84BDD9FD95D5}" dt="2026-08-03T03:05:01.007" v="159" actId="2710"/>
        <pc:sldMkLst>
          <pc:docMk/>
          <pc:sldMk cId="0" sldId="258"/>
        </pc:sldMkLst>
        <pc:spChg chg="mod">
          <ac:chgData name="Danuspriyaa R" userId="8227fdeb2be19e23" providerId="LiveId" clId="{671BEAC2-2433-4D98-A033-84BDD9FD95D5}" dt="2026-08-03T03:05:01.007" v="159" actId="2710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2:59:24.555" v="105" actId="1076"/>
          <ac:spMkLst>
            <pc:docMk/>
            <pc:sldMk cId="0" sldId="258"/>
            <ac:spMk id="110" creationId="{00000000-0000-0000-0000-000000000000}"/>
          </ac:spMkLst>
        </pc:spChg>
      </pc:sldChg>
      <pc:sldChg chg="modSp mod">
        <pc:chgData name="Danuspriyaa R" userId="8227fdeb2be19e23" providerId="LiveId" clId="{671BEAC2-2433-4D98-A033-84BDD9FD95D5}" dt="2026-08-03T03:04:51.633" v="158" actId="2710"/>
        <pc:sldMkLst>
          <pc:docMk/>
          <pc:sldMk cId="0" sldId="259"/>
        </pc:sldMkLst>
        <pc:spChg chg="mod">
          <ac:chgData name="Danuspriyaa R" userId="8227fdeb2be19e23" providerId="LiveId" clId="{671BEAC2-2433-4D98-A033-84BDD9FD95D5}" dt="2026-08-03T03:04:51.633" v="158" actId="2710"/>
          <ac:spMkLst>
            <pc:docMk/>
            <pc:sldMk cId="0" sldId="259"/>
            <ac:spMk id="112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3:02:43.633" v="132" actId="1076"/>
          <ac:spMkLst>
            <pc:docMk/>
            <pc:sldMk cId="0" sldId="259"/>
            <ac:spMk id="115" creationId="{00000000-0000-0000-0000-000000000000}"/>
          </ac:spMkLst>
        </pc:spChg>
      </pc:sldChg>
      <pc:sldChg chg="modSp mod">
        <pc:chgData name="Danuspriyaa R" userId="8227fdeb2be19e23" providerId="LiveId" clId="{671BEAC2-2433-4D98-A033-84BDD9FD95D5}" dt="2026-08-03T03:07:12.389" v="181" actId="1076"/>
        <pc:sldMkLst>
          <pc:docMk/>
          <pc:sldMk cId="0" sldId="260"/>
        </pc:sldMkLst>
        <pc:spChg chg="mod">
          <ac:chgData name="Danuspriyaa R" userId="8227fdeb2be19e23" providerId="LiveId" clId="{671BEAC2-2433-4D98-A033-84BDD9FD95D5}" dt="2026-08-03T03:07:12.389" v="181" actId="1076"/>
          <ac:spMkLst>
            <pc:docMk/>
            <pc:sldMk cId="0" sldId="260"/>
            <ac:spMk id="117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3:05:51.408" v="166" actId="1076"/>
          <ac:spMkLst>
            <pc:docMk/>
            <pc:sldMk cId="0" sldId="260"/>
            <ac:spMk id="120" creationId="{00000000-0000-0000-0000-000000000000}"/>
          </ac:spMkLst>
        </pc:spChg>
      </pc:sldChg>
      <pc:sldChg chg="addSp delSp modSp mod">
        <pc:chgData name="Danuspriyaa R" userId="8227fdeb2be19e23" providerId="LiveId" clId="{671BEAC2-2433-4D98-A033-84BDD9FD95D5}" dt="2026-08-03T03:15:02.331" v="207" actId="1076"/>
        <pc:sldMkLst>
          <pc:docMk/>
          <pc:sldMk cId="0" sldId="261"/>
        </pc:sldMkLst>
        <pc:spChg chg="add del">
          <ac:chgData name="Danuspriyaa R" userId="8227fdeb2be19e23" providerId="LiveId" clId="{671BEAC2-2433-4D98-A033-84BDD9FD95D5}" dt="2026-08-03T03:11:06.737" v="194" actId="22"/>
          <ac:spMkLst>
            <pc:docMk/>
            <pc:sldMk cId="0" sldId="261"/>
            <ac:spMk id="6" creationId="{6180DFBF-DEE7-4B23-1C54-D88F75D96977}"/>
          </ac:spMkLst>
        </pc:spChg>
        <pc:spChg chg="add del">
          <ac:chgData name="Danuspriyaa R" userId="8227fdeb2be19e23" providerId="LiveId" clId="{671BEAC2-2433-4D98-A033-84BDD9FD95D5}" dt="2026-08-03T03:13:42.219" v="197" actId="22"/>
          <ac:spMkLst>
            <pc:docMk/>
            <pc:sldMk cId="0" sldId="261"/>
            <ac:spMk id="8" creationId="{2CC122F9-0B91-B0DD-89A2-44657C19F9AE}"/>
          </ac:spMkLst>
        </pc:spChg>
        <pc:spChg chg="mod">
          <ac:chgData name="Danuspriyaa R" userId="8227fdeb2be19e23" providerId="LiveId" clId="{671BEAC2-2433-4D98-A033-84BDD9FD95D5}" dt="2026-08-03T03:07:57.487" v="188" actId="1076"/>
          <ac:spMkLst>
            <pc:docMk/>
            <pc:sldMk cId="0" sldId="261"/>
            <ac:spMk id="124" creationId="{00000000-0000-0000-0000-000000000000}"/>
          </ac:spMkLst>
        </pc:spChg>
        <pc:graphicFrameChg chg="add mod">
          <ac:chgData name="Danuspriyaa R" userId="8227fdeb2be19e23" providerId="LiveId" clId="{671BEAC2-2433-4D98-A033-84BDD9FD95D5}" dt="2026-08-03T03:08:10.594" v="190"/>
          <ac:graphicFrameMkLst>
            <pc:docMk/>
            <pc:sldMk cId="0" sldId="261"/>
            <ac:graphicFrameMk id="2" creationId="{1EA44569-89EE-7E4A-2477-72DF81E6553C}"/>
          </ac:graphicFrameMkLst>
        </pc:graphicFrameChg>
        <pc:graphicFrameChg chg="add mod">
          <ac:chgData name="Danuspriyaa R" userId="8227fdeb2be19e23" providerId="LiveId" clId="{671BEAC2-2433-4D98-A033-84BDD9FD95D5}" dt="2026-08-03T03:08:30.013" v="191"/>
          <ac:graphicFrameMkLst>
            <pc:docMk/>
            <pc:sldMk cId="0" sldId="261"/>
            <ac:graphicFrameMk id="4" creationId="{1C1F93B0-32AF-BF19-AA1F-49F84B4E4281}"/>
          </ac:graphicFrameMkLst>
        </pc:graphicFrameChg>
        <pc:picChg chg="del">
          <ac:chgData name="Danuspriyaa R" userId="8227fdeb2be19e23" providerId="LiveId" clId="{671BEAC2-2433-4D98-A033-84BDD9FD95D5}" dt="2026-08-03T03:08:00.878" v="189" actId="478"/>
          <ac:picMkLst>
            <pc:docMk/>
            <pc:sldMk cId="0" sldId="261"/>
            <ac:picMk id="3" creationId="{00000000-0000-0000-0000-000000000000}"/>
          </ac:picMkLst>
        </pc:picChg>
        <pc:picChg chg="add mod">
          <ac:chgData name="Danuspriyaa R" userId="8227fdeb2be19e23" providerId="LiveId" clId="{671BEAC2-2433-4D98-A033-84BDD9FD95D5}" dt="2026-08-03T03:15:02.331" v="207" actId="1076"/>
          <ac:picMkLst>
            <pc:docMk/>
            <pc:sldMk cId="0" sldId="261"/>
            <ac:picMk id="10" creationId="{006E369F-B8D7-1537-3F25-19653D531972}"/>
          </ac:picMkLst>
        </pc:picChg>
      </pc:sldChg>
      <pc:sldChg chg="addSp delSp modSp mod">
        <pc:chgData name="Danuspriyaa R" userId="8227fdeb2be19e23" providerId="LiveId" clId="{671BEAC2-2433-4D98-A033-84BDD9FD95D5}" dt="2026-08-03T03:20:26.926" v="235" actId="1076"/>
        <pc:sldMkLst>
          <pc:docMk/>
          <pc:sldMk cId="0" sldId="262"/>
        </pc:sldMkLst>
        <pc:spChg chg="del">
          <ac:chgData name="Danuspriyaa R" userId="8227fdeb2be19e23" providerId="LiveId" clId="{671BEAC2-2433-4D98-A033-84BDD9FD95D5}" dt="2026-08-03T03:17:21.178" v="213" actId="478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Danuspriyaa R" userId="8227fdeb2be19e23" providerId="LiveId" clId="{671BEAC2-2433-4D98-A033-84BDD9FD95D5}" dt="2026-08-03T03:20:26.926" v="235" actId="1076"/>
          <ac:spMkLst>
            <pc:docMk/>
            <pc:sldMk cId="0" sldId="262"/>
            <ac:spMk id="4" creationId="{9FDBC1EE-9F33-049E-F1B9-7E635DA19E07}"/>
          </ac:spMkLst>
        </pc:spChg>
        <pc:spChg chg="mod">
          <ac:chgData name="Danuspriyaa R" userId="8227fdeb2be19e23" providerId="LiveId" clId="{671BEAC2-2433-4D98-A033-84BDD9FD95D5}" dt="2026-08-03T03:17:16.413" v="212" actId="6549"/>
          <ac:spMkLst>
            <pc:docMk/>
            <pc:sldMk cId="0" sldId="262"/>
            <ac:spMk id="127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3:17:01.386" v="210" actId="1076"/>
          <ac:spMkLst>
            <pc:docMk/>
            <pc:sldMk cId="0" sldId="262"/>
            <ac:spMk id="130" creationId="{00000000-0000-0000-0000-000000000000}"/>
          </ac:spMkLst>
        </pc:spChg>
      </pc:sldChg>
      <pc:sldChg chg="modSp mod">
        <pc:chgData name="Danuspriyaa R" userId="8227fdeb2be19e23" providerId="LiveId" clId="{671BEAC2-2433-4D98-A033-84BDD9FD95D5}" dt="2026-08-03T03:23:15.125" v="252" actId="1076"/>
        <pc:sldMkLst>
          <pc:docMk/>
          <pc:sldMk cId="0" sldId="263"/>
        </pc:sldMkLst>
        <pc:spChg chg="mod">
          <ac:chgData name="Danuspriyaa R" userId="8227fdeb2be19e23" providerId="LiveId" clId="{671BEAC2-2433-4D98-A033-84BDD9FD95D5}" dt="2026-08-03T03:23:15.125" v="252" actId="1076"/>
          <ac:spMkLst>
            <pc:docMk/>
            <pc:sldMk cId="0" sldId="263"/>
            <ac:spMk id="132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3:21:35.829" v="238" actId="1076"/>
          <ac:spMkLst>
            <pc:docMk/>
            <pc:sldMk cId="0" sldId="263"/>
            <ac:spMk id="135" creationId="{00000000-0000-0000-0000-000000000000}"/>
          </ac:spMkLst>
        </pc:spChg>
      </pc:sldChg>
      <pc:sldChg chg="addSp modSp mod">
        <pc:chgData name="Danuspriyaa R" userId="8227fdeb2be19e23" providerId="LiveId" clId="{671BEAC2-2433-4D98-A033-84BDD9FD95D5}" dt="2026-08-03T03:31:08.925" v="267" actId="1076"/>
        <pc:sldMkLst>
          <pc:docMk/>
          <pc:sldMk cId="0" sldId="264"/>
        </pc:sldMkLst>
        <pc:spChg chg="mod">
          <ac:chgData name="Danuspriyaa R" userId="8227fdeb2be19e23" providerId="LiveId" clId="{671BEAC2-2433-4D98-A033-84BDD9FD95D5}" dt="2026-08-03T03:28:08.952" v="254" actId="20577"/>
          <ac:spMkLst>
            <pc:docMk/>
            <pc:sldMk cId="0" sldId="264"/>
            <ac:spMk id="137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3:29:10.164" v="262" actId="1076"/>
          <ac:spMkLst>
            <pc:docMk/>
            <pc:sldMk cId="0" sldId="264"/>
            <ac:spMk id="140" creationId="{00000000-0000-0000-0000-000000000000}"/>
          </ac:spMkLst>
        </pc:spChg>
        <pc:picChg chg="add mod">
          <ac:chgData name="Danuspriyaa R" userId="8227fdeb2be19e23" providerId="LiveId" clId="{671BEAC2-2433-4D98-A033-84BDD9FD95D5}" dt="2026-08-03T03:31:08.925" v="267" actId="1076"/>
          <ac:picMkLst>
            <pc:docMk/>
            <pc:sldMk cId="0" sldId="264"/>
            <ac:picMk id="3" creationId="{0F989E2D-AF36-9A14-2560-0B41756D1D9E}"/>
          </ac:picMkLst>
        </pc:picChg>
      </pc:sldChg>
      <pc:sldChg chg="addSp modSp mod">
        <pc:chgData name="Danuspriyaa R" userId="8227fdeb2be19e23" providerId="LiveId" clId="{671BEAC2-2433-4D98-A033-84BDD9FD95D5}" dt="2026-08-03T03:36:19.078" v="286" actId="1076"/>
        <pc:sldMkLst>
          <pc:docMk/>
          <pc:sldMk cId="0" sldId="265"/>
        </pc:sldMkLst>
        <pc:spChg chg="mod">
          <ac:chgData name="Danuspriyaa R" userId="8227fdeb2be19e23" providerId="LiveId" clId="{671BEAC2-2433-4D98-A033-84BDD9FD95D5}" dt="2026-08-03T03:36:09.535" v="282" actId="6549"/>
          <ac:spMkLst>
            <pc:docMk/>
            <pc:sldMk cId="0" sldId="265"/>
            <ac:spMk id="142" creationId="{00000000-0000-0000-0000-000000000000}"/>
          </ac:spMkLst>
        </pc:spChg>
        <pc:spChg chg="mod">
          <ac:chgData name="Danuspriyaa R" userId="8227fdeb2be19e23" providerId="LiveId" clId="{671BEAC2-2433-4D98-A033-84BDD9FD95D5}" dt="2026-08-03T03:32:04.386" v="281" actId="1076"/>
          <ac:spMkLst>
            <pc:docMk/>
            <pc:sldMk cId="0" sldId="265"/>
            <ac:spMk id="145" creationId="{00000000-0000-0000-0000-000000000000}"/>
          </ac:spMkLst>
        </pc:spChg>
        <pc:picChg chg="add mod">
          <ac:chgData name="Danuspriyaa R" userId="8227fdeb2be19e23" providerId="LiveId" clId="{671BEAC2-2433-4D98-A033-84BDD9FD95D5}" dt="2026-08-03T03:36:19.078" v="286" actId="1076"/>
          <ac:picMkLst>
            <pc:docMk/>
            <pc:sldMk cId="0" sldId="265"/>
            <ac:picMk id="2" creationId="{CE39CF48-A4A6-8488-99A7-3E73B909DA9B}"/>
          </ac:picMkLst>
        </pc:picChg>
      </pc:sldChg>
      <pc:sldChg chg="addSp delSp modSp new mod">
        <pc:chgData name="Danuspriyaa R" userId="8227fdeb2be19e23" providerId="LiveId" clId="{671BEAC2-2433-4D98-A033-84BDD9FD95D5}" dt="2026-08-03T03:42:10.584" v="323" actId="1076"/>
        <pc:sldMkLst>
          <pc:docMk/>
          <pc:sldMk cId="1960964598" sldId="267"/>
        </pc:sldMkLst>
        <pc:spChg chg="add">
          <ac:chgData name="Danuspriyaa R" userId="8227fdeb2be19e23" providerId="LiveId" clId="{671BEAC2-2433-4D98-A033-84BDD9FD95D5}" dt="2026-08-03T03:37:14.027" v="288" actId="22"/>
          <ac:spMkLst>
            <pc:docMk/>
            <pc:sldMk cId="1960964598" sldId="267"/>
            <ac:spMk id="3" creationId="{6B8DF00F-1100-8414-13D8-F9E73FF87BFB}"/>
          </ac:spMkLst>
        </pc:spChg>
        <pc:spChg chg="add">
          <ac:chgData name="Danuspriyaa R" userId="8227fdeb2be19e23" providerId="LiveId" clId="{671BEAC2-2433-4D98-A033-84BDD9FD95D5}" dt="2026-08-03T03:37:22.821" v="289" actId="22"/>
          <ac:spMkLst>
            <pc:docMk/>
            <pc:sldMk cId="1960964598" sldId="267"/>
            <ac:spMk id="5" creationId="{C789F07D-5F48-203C-A93D-1E9376CE674E}"/>
          </ac:spMkLst>
        </pc:spChg>
        <pc:spChg chg="add mod">
          <ac:chgData name="Danuspriyaa R" userId="8227fdeb2be19e23" providerId="LiveId" clId="{671BEAC2-2433-4D98-A033-84BDD9FD95D5}" dt="2026-08-03T03:38:45.821" v="298" actId="1076"/>
          <ac:spMkLst>
            <pc:docMk/>
            <pc:sldMk cId="1960964598" sldId="267"/>
            <ac:spMk id="6" creationId="{08CFE9DA-0898-46B9-639F-C4992D59B71D}"/>
          </ac:spMkLst>
        </pc:spChg>
        <pc:spChg chg="add del mod">
          <ac:chgData name="Danuspriyaa R" userId="8227fdeb2be19e23" providerId="LiveId" clId="{671BEAC2-2433-4D98-A033-84BDD9FD95D5}" dt="2026-08-03T03:39:26.503" v="302" actId="22"/>
          <ac:spMkLst>
            <pc:docMk/>
            <pc:sldMk cId="1960964598" sldId="267"/>
            <ac:spMk id="8" creationId="{44BAA801-D821-3826-B365-A4639A6D446E}"/>
          </ac:spMkLst>
        </pc:spChg>
        <pc:spChg chg="add mod">
          <ac:chgData name="Danuspriyaa R" userId="8227fdeb2be19e23" providerId="LiveId" clId="{671BEAC2-2433-4D98-A033-84BDD9FD95D5}" dt="2026-08-03T03:42:10.584" v="323" actId="1076"/>
          <ac:spMkLst>
            <pc:docMk/>
            <pc:sldMk cId="1960964598" sldId="267"/>
            <ac:spMk id="9" creationId="{FCF30D50-A3A8-7A65-2766-4D27D5CA3215}"/>
          </ac:spMkLst>
        </pc:spChg>
        <pc:spChg chg="add mod">
          <ac:chgData name="Danuspriyaa R" userId="8227fdeb2be19e23" providerId="LiveId" clId="{671BEAC2-2433-4D98-A033-84BDD9FD95D5}" dt="2026-08-03T03:42:04.911" v="322" actId="1076"/>
          <ac:spMkLst>
            <pc:docMk/>
            <pc:sldMk cId="1960964598" sldId="267"/>
            <ac:spMk id="10" creationId="{4EBE41E6-7D16-C4A4-4652-7B114EC99F1B}"/>
          </ac:spMkLst>
        </pc:spChg>
      </pc:sldChg>
      <pc:sldChg chg="addSp modSp new mod">
        <pc:chgData name="Danuspriyaa R" userId="8227fdeb2be19e23" providerId="LiveId" clId="{671BEAC2-2433-4D98-A033-84BDD9FD95D5}" dt="2026-08-03T03:46:28.587" v="366" actId="1076"/>
        <pc:sldMkLst>
          <pc:docMk/>
          <pc:sldMk cId="807112190" sldId="268"/>
        </pc:sldMkLst>
        <pc:spChg chg="add mod">
          <ac:chgData name="Danuspriyaa R" userId="8227fdeb2be19e23" providerId="LiveId" clId="{671BEAC2-2433-4D98-A033-84BDD9FD95D5}" dt="2026-08-03T03:43:21.964" v="332" actId="1076"/>
          <ac:spMkLst>
            <pc:docMk/>
            <pc:sldMk cId="807112190" sldId="268"/>
            <ac:spMk id="3" creationId="{9B8463FE-AF7A-9A51-60EF-A3B31E95C61D}"/>
          </ac:spMkLst>
        </pc:spChg>
        <pc:spChg chg="add">
          <ac:chgData name="Danuspriyaa R" userId="8227fdeb2be19e23" providerId="LiveId" clId="{671BEAC2-2433-4D98-A033-84BDD9FD95D5}" dt="2026-08-03T03:43:29.779" v="333" actId="22"/>
          <ac:spMkLst>
            <pc:docMk/>
            <pc:sldMk cId="807112190" sldId="268"/>
            <ac:spMk id="5" creationId="{D2B661D2-A164-C429-D759-074B60E0C56B}"/>
          </ac:spMkLst>
        </pc:spChg>
        <pc:spChg chg="add">
          <ac:chgData name="Danuspriyaa R" userId="8227fdeb2be19e23" providerId="LiveId" clId="{671BEAC2-2433-4D98-A033-84BDD9FD95D5}" dt="2026-08-03T03:43:41.331" v="334" actId="22"/>
          <ac:spMkLst>
            <pc:docMk/>
            <pc:sldMk cId="807112190" sldId="268"/>
            <ac:spMk id="7" creationId="{63869E02-7714-FAB4-76DA-6A0A10B8AAC4}"/>
          </ac:spMkLst>
        </pc:spChg>
        <pc:spChg chg="add mod">
          <ac:chgData name="Danuspriyaa R" userId="8227fdeb2be19e23" providerId="LiveId" clId="{671BEAC2-2433-4D98-A033-84BDD9FD95D5}" dt="2026-08-03T03:46:28.587" v="366" actId="1076"/>
          <ac:spMkLst>
            <pc:docMk/>
            <pc:sldMk cId="807112190" sldId="268"/>
            <ac:spMk id="9" creationId="{363A2DA6-09CC-7014-B8D9-308D8A09BD0C}"/>
          </ac:spMkLst>
        </pc:spChg>
        <pc:spChg chg="add mod">
          <ac:chgData name="Danuspriyaa R" userId="8227fdeb2be19e23" providerId="LiveId" clId="{671BEAC2-2433-4D98-A033-84BDD9FD95D5}" dt="2026-08-03T03:46:20.046" v="365" actId="1076"/>
          <ac:spMkLst>
            <pc:docMk/>
            <pc:sldMk cId="807112190" sldId="268"/>
            <ac:spMk id="11" creationId="{EA26243D-B462-B44B-74C7-60EE458E90DC}"/>
          </ac:spMkLst>
        </pc:spChg>
      </pc:sldChg>
      <pc:sldChg chg="addSp delSp modSp new mod">
        <pc:chgData name="Danuspriyaa R" userId="8227fdeb2be19e23" providerId="LiveId" clId="{671BEAC2-2433-4D98-A033-84BDD9FD95D5}" dt="2026-08-03T03:50:58.571" v="394" actId="120"/>
        <pc:sldMkLst>
          <pc:docMk/>
          <pc:sldMk cId="289145373" sldId="269"/>
        </pc:sldMkLst>
        <pc:spChg chg="add mod">
          <ac:chgData name="Danuspriyaa R" userId="8227fdeb2be19e23" providerId="LiveId" clId="{671BEAC2-2433-4D98-A033-84BDD9FD95D5}" dt="2026-08-03T03:50:27.545" v="389" actId="1076"/>
          <ac:spMkLst>
            <pc:docMk/>
            <pc:sldMk cId="289145373" sldId="269"/>
            <ac:spMk id="3" creationId="{EF7B16FF-6AEC-D63A-7D74-E0F4AB835E09}"/>
          </ac:spMkLst>
        </pc:spChg>
        <pc:spChg chg="add mod">
          <ac:chgData name="Danuspriyaa R" userId="8227fdeb2be19e23" providerId="LiveId" clId="{671BEAC2-2433-4D98-A033-84BDD9FD95D5}" dt="2026-08-03T03:50:30.240" v="390" actId="1076"/>
          <ac:spMkLst>
            <pc:docMk/>
            <pc:sldMk cId="289145373" sldId="269"/>
            <ac:spMk id="5" creationId="{500E0E40-8D88-6739-4F3C-8FFD5D84BF86}"/>
          </ac:spMkLst>
        </pc:spChg>
        <pc:spChg chg="add mod">
          <ac:chgData name="Danuspriyaa R" userId="8227fdeb2be19e23" providerId="LiveId" clId="{671BEAC2-2433-4D98-A033-84BDD9FD95D5}" dt="2026-08-03T03:50:44.527" v="391" actId="1076"/>
          <ac:spMkLst>
            <pc:docMk/>
            <pc:sldMk cId="289145373" sldId="269"/>
            <ac:spMk id="7" creationId="{A5707C96-374D-F6BD-02A1-72A49700F878}"/>
          </ac:spMkLst>
        </pc:spChg>
        <pc:spChg chg="add del mod">
          <ac:chgData name="Danuspriyaa R" userId="8227fdeb2be19e23" providerId="LiveId" clId="{671BEAC2-2433-4D98-A033-84BDD9FD95D5}" dt="2026-08-03T03:48:37.143" v="378" actId="22"/>
          <ac:spMkLst>
            <pc:docMk/>
            <pc:sldMk cId="289145373" sldId="269"/>
            <ac:spMk id="9" creationId="{506D68F3-30DD-15D7-440D-1F1F55A798E1}"/>
          </ac:spMkLst>
        </pc:spChg>
        <pc:spChg chg="add mod">
          <ac:chgData name="Danuspriyaa R" userId="8227fdeb2be19e23" providerId="LiveId" clId="{671BEAC2-2433-4D98-A033-84BDD9FD95D5}" dt="2026-08-03T03:50:58.571" v="394" actId="120"/>
          <ac:spMkLst>
            <pc:docMk/>
            <pc:sldMk cId="289145373" sldId="269"/>
            <ac:spMk id="10" creationId="{D86047AB-A8C3-108F-E92C-6788F391A7EE}"/>
          </ac:spMkLst>
        </pc:spChg>
      </pc:sldChg>
      <pc:sldChg chg="addSp modSp new mod">
        <pc:chgData name="Danuspriyaa R" userId="8227fdeb2be19e23" providerId="LiveId" clId="{671BEAC2-2433-4D98-A033-84BDD9FD95D5}" dt="2026-08-03T03:53:53.587" v="428" actId="12"/>
        <pc:sldMkLst>
          <pc:docMk/>
          <pc:sldMk cId="2607179041" sldId="270"/>
        </pc:sldMkLst>
        <pc:spChg chg="add mod">
          <ac:chgData name="Danuspriyaa R" userId="8227fdeb2be19e23" providerId="LiveId" clId="{671BEAC2-2433-4D98-A033-84BDD9FD95D5}" dt="2026-08-03T03:51:41.833" v="401" actId="1076"/>
          <ac:spMkLst>
            <pc:docMk/>
            <pc:sldMk cId="2607179041" sldId="270"/>
            <ac:spMk id="3" creationId="{DDBE73E0-FED1-F305-B253-B32B42221391}"/>
          </ac:spMkLst>
        </pc:spChg>
        <pc:spChg chg="add">
          <ac:chgData name="Danuspriyaa R" userId="8227fdeb2be19e23" providerId="LiveId" clId="{671BEAC2-2433-4D98-A033-84BDD9FD95D5}" dt="2026-08-03T03:51:51.468" v="402" actId="22"/>
          <ac:spMkLst>
            <pc:docMk/>
            <pc:sldMk cId="2607179041" sldId="270"/>
            <ac:spMk id="5" creationId="{B637CB17-A7BC-9A76-41E1-A25BBB1C5B20}"/>
          </ac:spMkLst>
        </pc:spChg>
        <pc:spChg chg="add">
          <ac:chgData name="Danuspriyaa R" userId="8227fdeb2be19e23" providerId="LiveId" clId="{671BEAC2-2433-4D98-A033-84BDD9FD95D5}" dt="2026-08-03T03:51:59.902" v="403" actId="22"/>
          <ac:spMkLst>
            <pc:docMk/>
            <pc:sldMk cId="2607179041" sldId="270"/>
            <ac:spMk id="7" creationId="{7EBDF961-99BC-03B7-178C-571042DAB70E}"/>
          </ac:spMkLst>
        </pc:spChg>
        <pc:spChg chg="add mod">
          <ac:chgData name="Danuspriyaa R" userId="8227fdeb2be19e23" providerId="LiveId" clId="{671BEAC2-2433-4D98-A033-84BDD9FD95D5}" dt="2026-08-03T03:53:53.587" v="428" actId="12"/>
          <ac:spMkLst>
            <pc:docMk/>
            <pc:sldMk cId="2607179041" sldId="270"/>
            <ac:spMk id="8" creationId="{F89B9D0A-E54C-4EA1-37F7-2BA0DEDB40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294668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3837746" y="1025690"/>
            <a:ext cx="10312386" cy="140264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Freeform 3"/>
          <p:cNvSpPr/>
          <p:nvPr/>
        </p:nvSpPr>
        <p:spPr>
          <a:xfrm>
            <a:off x="9096375" y="7358346"/>
            <a:ext cx="47625" cy="203714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TextBox 4"/>
          <p:cNvSpPr txBox="1"/>
          <p:nvPr/>
        </p:nvSpPr>
        <p:spPr>
          <a:xfrm>
            <a:off x="5494957" y="2883882"/>
            <a:ext cx="7298086" cy="437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Department Of Computer Science And Engineering</a:t>
            </a:r>
          </a:p>
        </p:txBody>
      </p:sp>
      <p:sp>
        <p:nvSpPr>
          <p:cNvPr id="97" name="TextBox 5"/>
          <p:cNvSpPr txBox="1"/>
          <p:nvPr/>
        </p:nvSpPr>
        <p:spPr>
          <a:xfrm>
            <a:off x="2488232" y="6642897"/>
            <a:ext cx="6013449" cy="3248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PRESENTED BY:</a:t>
            </a:r>
          </a:p>
          <a:p>
            <a:pPr algn="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R . Danuspriyaa (192411182)</a:t>
            </a:r>
          </a:p>
          <a:p>
            <a:pPr algn="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600" dirty="0">
                <a:sym typeface="Times New Roman"/>
              </a:rPr>
              <a:t>G . Devika (192371086)</a:t>
            </a:r>
          </a:p>
          <a:p>
            <a:pPr algn="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600" dirty="0">
                <a:sym typeface="Times New Roman"/>
              </a:rPr>
              <a:t>E . Manisha (192372388)</a:t>
            </a:r>
          </a:p>
          <a:p>
            <a:pPr algn="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600" dirty="0">
                <a:sym typeface="Times New Roman"/>
              </a:rPr>
              <a:t> SAKTHI I G (192371038)</a:t>
            </a:r>
          </a:p>
          <a:p>
            <a:pPr algn="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600" dirty="0">
                <a:sym typeface="Times New Roman"/>
              </a:rPr>
              <a:t>KAVYA SRI(192311317)</a:t>
            </a:r>
            <a:endParaRPr dirty="0"/>
          </a:p>
        </p:txBody>
      </p:sp>
      <p:sp>
        <p:nvSpPr>
          <p:cNvPr id="98" name="TextBox 6"/>
          <p:cNvSpPr txBox="1"/>
          <p:nvPr/>
        </p:nvSpPr>
        <p:spPr>
          <a:xfrm>
            <a:off x="9544050" y="7451506"/>
            <a:ext cx="5838826" cy="1043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GUIDED BY:</a:t>
            </a:r>
          </a:p>
          <a:p>
            <a:pPr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/>
              <a:t>K . </a:t>
            </a:r>
            <a:r>
              <a:rPr lang="en-US" dirty="0"/>
              <a:t>RAJAGOPAL </a:t>
            </a:r>
          </a:p>
        </p:txBody>
      </p:sp>
      <p:sp>
        <p:nvSpPr>
          <p:cNvPr id="99" name="TextBox 7"/>
          <p:cNvSpPr txBox="1"/>
          <p:nvPr/>
        </p:nvSpPr>
        <p:spPr>
          <a:xfrm>
            <a:off x="2794000" y="3903481"/>
            <a:ext cx="12700000" cy="1620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6700"/>
              </a:lnSpc>
              <a:defRPr sz="39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 err="1"/>
              <a:t>TravelTwin</a:t>
            </a:r>
            <a:r>
              <a:rPr lang="en-IN" dirty="0"/>
              <a:t> – Create Personalized Travel Plans and Share Itineraries</a:t>
            </a:r>
          </a:p>
        </p:txBody>
      </p:sp>
      <p:sp>
        <p:nvSpPr>
          <p:cNvPr id="100" name="TextBox 8"/>
          <p:cNvSpPr txBox="1"/>
          <p:nvPr/>
        </p:nvSpPr>
        <p:spPr>
          <a:xfrm>
            <a:off x="4462865" y="5578439"/>
            <a:ext cx="9362270" cy="456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000"/>
              </a:lnSpc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CSA4308-</a:t>
            </a:r>
            <a:r>
              <a:rPr lang="en-IN" dirty="0"/>
              <a:t>Internet Programming 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" name="Freeform 4"/>
          <p:cNvSpPr/>
          <p:nvPr/>
        </p:nvSpPr>
        <p:spPr>
          <a:xfrm>
            <a:off x="15316359" y="464002"/>
            <a:ext cx="2130422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TextBox 5"/>
          <p:cNvSpPr txBox="1"/>
          <p:nvPr/>
        </p:nvSpPr>
        <p:spPr>
          <a:xfrm>
            <a:off x="4736306" y="860333"/>
            <a:ext cx="8815388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Introduction and Background</a:t>
            </a:r>
          </a:p>
          <a:p>
            <a:endParaRPr dirty="0"/>
          </a:p>
        </p:txBody>
      </p:sp>
      <p:sp>
        <p:nvSpPr>
          <p:cNvPr id="105" name="Abstract…"/>
          <p:cNvSpPr txBox="1"/>
          <p:nvPr/>
        </p:nvSpPr>
        <p:spPr>
          <a:xfrm>
            <a:off x="2626517" y="2482684"/>
            <a:ext cx="13751435" cy="7065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planning has become more complex due to the availability of numerous destinations, transport options, hotels, and activities. Many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multiple applications for booking, budgeting, itinerary creation, and sharing travel plans.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TravelTwin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AI-enabled travel planning platform that combines these features into a single system. It provides personalized recommendations, itinerary management, budget tracking, and itinerary sharing with friends and the travel community.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of digital tourism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demand for personalized travel experiences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smart itinerary planning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budget management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sharing of travel experiences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/>
          <p:cNvSpPr txBox="1"/>
          <p:nvPr/>
        </p:nvSpPr>
        <p:spPr>
          <a:xfrm>
            <a:off x="1460095" y="2742843"/>
            <a:ext cx="15367807" cy="71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travel planning requires users to switch between different applications for: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search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calculation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scheduling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itineraries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trip organization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overruns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collaborating with travel partners</a:t>
            </a:r>
          </a:p>
        </p:txBody>
      </p:sp>
      <p:sp>
        <p:nvSpPr>
          <p:cNvPr id="108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Freeform 4"/>
          <p:cNvSpPr/>
          <p:nvPr/>
        </p:nvSpPr>
        <p:spPr>
          <a:xfrm>
            <a:off x="15316359" y="464002"/>
            <a:ext cx="2130422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TextBox 5"/>
          <p:cNvSpPr txBox="1"/>
          <p:nvPr/>
        </p:nvSpPr>
        <p:spPr>
          <a:xfrm>
            <a:off x="6246762" y="640614"/>
            <a:ext cx="5794475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Problem Statement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2"/>
          <p:cNvSpPr txBox="1"/>
          <p:nvPr/>
        </p:nvSpPr>
        <p:spPr>
          <a:xfrm>
            <a:off x="1827608" y="3123632"/>
            <a:ext cx="15830007" cy="713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tourism industry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travel demand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trip management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collaboration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platform for travel planning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itinerary generation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community interaction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management</a:t>
            </a:r>
          </a:p>
          <a:p>
            <a:pPr algn="just">
              <a:lnSpc>
                <a:spcPct val="15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Freeform 4"/>
          <p:cNvSpPr/>
          <p:nvPr/>
        </p:nvSpPr>
        <p:spPr>
          <a:xfrm>
            <a:off x="15316359" y="464002"/>
            <a:ext cx="2130422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Box 5"/>
          <p:cNvSpPr txBox="1"/>
          <p:nvPr/>
        </p:nvSpPr>
        <p:spPr>
          <a:xfrm>
            <a:off x="4693444" y="749190"/>
            <a:ext cx="8901112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Motivation and Need for the Project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"/>
          <p:cNvSpPr txBox="1"/>
          <p:nvPr/>
        </p:nvSpPr>
        <p:spPr>
          <a:xfrm>
            <a:off x="1827608" y="3237689"/>
            <a:ext cx="15830007" cy="3811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travel planning system.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destination recommendations.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optimized itineraries.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travel expenses.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itinerary sharing.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analytics through an admin dashboard.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overall travel experience.</a:t>
            </a:r>
          </a:p>
        </p:txBody>
      </p:sp>
      <p:sp>
        <p:nvSpPr>
          <p:cNvPr id="118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Freeform 4"/>
          <p:cNvSpPr/>
          <p:nvPr/>
        </p:nvSpPr>
        <p:spPr>
          <a:xfrm>
            <a:off x="15522836" y="464002"/>
            <a:ext cx="2130422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Box 5"/>
          <p:cNvSpPr txBox="1"/>
          <p:nvPr/>
        </p:nvSpPr>
        <p:spPr>
          <a:xfrm>
            <a:off x="5907881" y="621746"/>
            <a:ext cx="6472237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Objectives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Freeform 4"/>
          <p:cNvSpPr/>
          <p:nvPr/>
        </p:nvSpPr>
        <p:spPr>
          <a:xfrm>
            <a:off x="15333087" y="464002"/>
            <a:ext cx="2130421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TextBox 5"/>
          <p:cNvSpPr txBox="1"/>
          <p:nvPr/>
        </p:nvSpPr>
        <p:spPr>
          <a:xfrm>
            <a:off x="5222189" y="546886"/>
            <a:ext cx="7515226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Literature Survey</a:t>
            </a:r>
          </a:p>
          <a:p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6E369F-B8D7-1537-3F25-19653D5319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105" y="2206151"/>
            <a:ext cx="12983789" cy="761684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2"/>
          <p:cNvSpPr txBox="1"/>
          <p:nvPr/>
        </p:nvSpPr>
        <p:spPr>
          <a:xfrm>
            <a:off x="1010927" y="2581403"/>
            <a:ext cx="15646082" cy="596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5437" lvl="1" indent="0">
              <a:lnSpc>
                <a:spcPts val="5200"/>
              </a:lnSpc>
              <a:buSzPct val="100000"/>
              <a:defRPr sz="3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3200" dirty="0"/>
          </a:p>
        </p:txBody>
      </p:sp>
      <p:sp>
        <p:nvSpPr>
          <p:cNvPr id="128" name="Freeform 3"/>
          <p:cNvSpPr/>
          <p:nvPr/>
        </p:nvSpPr>
        <p:spPr>
          <a:xfrm>
            <a:off x="1010927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Freeform 4"/>
          <p:cNvSpPr/>
          <p:nvPr/>
        </p:nvSpPr>
        <p:spPr>
          <a:xfrm>
            <a:off x="15316359" y="464002"/>
            <a:ext cx="2130422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TextBox 5"/>
          <p:cNvSpPr txBox="1"/>
          <p:nvPr/>
        </p:nvSpPr>
        <p:spPr>
          <a:xfrm>
            <a:off x="3353731" y="530442"/>
            <a:ext cx="11580538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Existing System and Limitations</a:t>
            </a:r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BC1EE-9F33-049E-F1B9-7E635DA19E07}"/>
              </a:ext>
            </a:extLst>
          </p:cNvPr>
          <p:cNvSpPr txBox="1"/>
          <p:nvPr/>
        </p:nvSpPr>
        <p:spPr>
          <a:xfrm>
            <a:off x="2414335" y="2398001"/>
            <a:ext cx="14862738" cy="66739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TripAdvisor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MakeMyTrip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Booking.com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Airbnb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platforms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complete budget management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collaboration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AI support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"/>
          <p:cNvSpPr txBox="1"/>
          <p:nvPr/>
        </p:nvSpPr>
        <p:spPr>
          <a:xfrm>
            <a:off x="1228996" y="2950160"/>
            <a:ext cx="15830007" cy="5473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TravelTwin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travel planning, itinerary generation, budgeting, and sharing into one platform.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personalized recommendations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itinerary generation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tracker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sharing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 dashboard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 application</a:t>
            </a:r>
          </a:p>
          <a:p>
            <a:pPr marL="352296" lvl="1" indent="0" algn="just">
              <a:lnSpc>
                <a:spcPct val="150000"/>
              </a:lnSpc>
              <a:buSzPct val="100000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Freeform 4"/>
          <p:cNvSpPr/>
          <p:nvPr/>
        </p:nvSpPr>
        <p:spPr>
          <a:xfrm>
            <a:off x="15316359" y="464002"/>
            <a:ext cx="2130422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Box 5"/>
          <p:cNvSpPr txBox="1"/>
          <p:nvPr/>
        </p:nvSpPr>
        <p:spPr>
          <a:xfrm>
            <a:off x="3022661" y="530442"/>
            <a:ext cx="12242678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Proposed System and Novel Features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2"/>
          <p:cNvSpPr txBox="1"/>
          <p:nvPr/>
        </p:nvSpPr>
        <p:spPr>
          <a:xfrm>
            <a:off x="1285772" y="2589026"/>
            <a:ext cx="15716456" cy="65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Freeform 4"/>
          <p:cNvSpPr/>
          <p:nvPr/>
        </p:nvSpPr>
        <p:spPr>
          <a:xfrm>
            <a:off x="15333087" y="464002"/>
            <a:ext cx="2130421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TextBox 5"/>
          <p:cNvSpPr txBox="1"/>
          <p:nvPr/>
        </p:nvSpPr>
        <p:spPr>
          <a:xfrm>
            <a:off x="4082338" y="773593"/>
            <a:ext cx="9794927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Proposed Methodology / Workflow</a:t>
            </a:r>
          </a:p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989E2D-AF36-9A14-2560-0B41756D1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016" y="1791678"/>
            <a:ext cx="11087571" cy="739171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2"/>
          <p:cNvSpPr txBox="1"/>
          <p:nvPr/>
        </p:nvSpPr>
        <p:spPr>
          <a:xfrm>
            <a:off x="1223578" y="5694709"/>
            <a:ext cx="15840844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2000"/>
              </a:spcBef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sp>
        <p:nvSpPr>
          <p:cNvPr id="143" name="Freeform 3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Freeform 4"/>
          <p:cNvSpPr/>
          <p:nvPr/>
        </p:nvSpPr>
        <p:spPr>
          <a:xfrm>
            <a:off x="15333087" y="464002"/>
            <a:ext cx="2130421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TextBox 5"/>
          <p:cNvSpPr txBox="1"/>
          <p:nvPr/>
        </p:nvSpPr>
        <p:spPr>
          <a:xfrm>
            <a:off x="4400053" y="808519"/>
            <a:ext cx="9159498" cy="181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7500"/>
              </a:lnSpc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System Architecture Diagram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39CF48-A4A6-8488-99A7-3E73B909D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163" y="1737374"/>
            <a:ext cx="11685722" cy="77904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B8DF00F-1100-8414-13D8-F9E73FF87BFB}"/>
              </a:ext>
            </a:extLst>
          </p:cNvPr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789F07D-5F48-203C-A93D-1E9376CE674E}"/>
              </a:ext>
            </a:extLst>
          </p:cNvPr>
          <p:cNvSpPr/>
          <p:nvPr/>
        </p:nvSpPr>
        <p:spPr>
          <a:xfrm>
            <a:off x="15333087" y="464002"/>
            <a:ext cx="2130421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FE9DA-0898-46B9-639F-C4992D59B71D}"/>
              </a:ext>
            </a:extLst>
          </p:cNvPr>
          <p:cNvSpPr txBox="1"/>
          <p:nvPr/>
        </p:nvSpPr>
        <p:spPr>
          <a:xfrm>
            <a:off x="3182270" y="1069384"/>
            <a:ext cx="11923460" cy="1446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Technologies, Software, Hardware and Tools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30D50-A3A8-7A65-2766-4D27D5CA3215}"/>
              </a:ext>
            </a:extLst>
          </p:cNvPr>
          <p:cNvSpPr txBox="1"/>
          <p:nvPr/>
        </p:nvSpPr>
        <p:spPr>
          <a:xfrm>
            <a:off x="3399246" y="2515932"/>
            <a:ext cx="3293836" cy="6740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(Flask)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E41E6-7D16-C4A4-4652-7B114EC99F1B}"/>
              </a:ext>
            </a:extLst>
          </p:cNvPr>
          <p:cNvSpPr txBox="1"/>
          <p:nvPr/>
        </p:nvSpPr>
        <p:spPr>
          <a:xfrm>
            <a:off x="9363163" y="2621200"/>
            <a:ext cx="4897465" cy="6186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PC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Processor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8GB RAM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9645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8463FE-AF7A-9A51-60EF-A3B31E95C61D}"/>
              </a:ext>
            </a:extLst>
          </p:cNvPr>
          <p:cNvSpPr txBox="1"/>
          <p:nvPr/>
        </p:nvSpPr>
        <p:spPr>
          <a:xfrm>
            <a:off x="4572000" y="683239"/>
            <a:ext cx="9144000" cy="15234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Data Collection</a:t>
            </a:r>
          </a:p>
          <a:p>
            <a:pPr marL="0" marR="0" indent="0" algn="ctr">
              <a:spcAft>
                <a:spcPts val="600"/>
              </a:spcAft>
              <a:buNone/>
            </a:pPr>
            <a:r>
              <a:rPr lang="en-IN" sz="44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/ Data Collection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2B661D2-A164-C429-D759-074B60E0C56B}"/>
              </a:ext>
            </a:extLst>
          </p:cNvPr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3869E02-7714-FAB4-76DA-6A0A10B8AAC4}"/>
              </a:ext>
            </a:extLst>
          </p:cNvPr>
          <p:cNvSpPr/>
          <p:nvPr/>
        </p:nvSpPr>
        <p:spPr>
          <a:xfrm>
            <a:off x="15333087" y="464002"/>
            <a:ext cx="2130421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A2DA6-09CC-7014-B8D9-308D8A09BD0C}"/>
              </a:ext>
            </a:extLst>
          </p:cNvPr>
          <p:cNvSpPr txBox="1"/>
          <p:nvPr/>
        </p:nvSpPr>
        <p:spPr>
          <a:xfrm>
            <a:off x="4572000" y="2637525"/>
            <a:ext cx="3598687" cy="50119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Tourism websites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blogs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preferences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APIs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travel datasets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6243D-B462-B44B-74C7-60EE458E90DC}"/>
              </a:ext>
            </a:extLst>
          </p:cNvPr>
          <p:cNvSpPr txBox="1"/>
          <p:nvPr/>
        </p:nvSpPr>
        <p:spPr>
          <a:xfrm>
            <a:off x="10058400" y="2746782"/>
            <a:ext cx="9144000" cy="39111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Attractions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routes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ratings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details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11219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F7B16FF-6AEC-D63A-7D74-E0F4AB835E09}"/>
              </a:ext>
            </a:extLst>
          </p:cNvPr>
          <p:cNvSpPr/>
          <p:nvPr/>
        </p:nvSpPr>
        <p:spPr>
          <a:xfrm>
            <a:off x="618441" y="35705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00E0E40-8D88-6739-4F3C-8FFD5D84BF86}"/>
              </a:ext>
            </a:extLst>
          </p:cNvPr>
          <p:cNvSpPr/>
          <p:nvPr/>
        </p:nvSpPr>
        <p:spPr>
          <a:xfrm>
            <a:off x="15539138" y="284812"/>
            <a:ext cx="2130421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07C96-374D-F6BD-02A1-72A49700F878}"/>
              </a:ext>
            </a:extLst>
          </p:cNvPr>
          <p:cNvSpPr txBox="1"/>
          <p:nvPr/>
        </p:nvSpPr>
        <p:spPr>
          <a:xfrm>
            <a:off x="6395138" y="536241"/>
            <a:ext cx="9144000" cy="15234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Module-wise Design</a:t>
            </a:r>
          </a:p>
          <a:p>
            <a:pPr marL="0" marR="0" indent="0" algn="l">
              <a:spcAft>
                <a:spcPts val="600"/>
              </a:spcAft>
              <a:buNone/>
            </a:pPr>
            <a:r>
              <a:rPr lang="en-IN" sz="44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Module-wise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6047AB-A8C3-108F-E92C-6788F391A7EE}"/>
              </a:ext>
            </a:extLst>
          </p:cNvPr>
          <p:cNvSpPr txBox="1"/>
          <p:nvPr/>
        </p:nvSpPr>
        <p:spPr>
          <a:xfrm>
            <a:off x="2386740" y="1673816"/>
            <a:ext cx="15901260" cy="89562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Registration and Personalized Trip Planning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register, log in, and create profiles. Collects travel preferences to generate personalized destination and trip recommendations.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Itinerary Creation and Travel Management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day-wise travel itineraries based on user preferences. Helps users manage destinations, activities, accommodations, and schedules.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Travel Itinerary Sharing and Community Interaction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share their travel itineraries with friends and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TravelTwin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community. Supports reviews, comments, and travel experience sharing.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Travel Expense and Budget Management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travel expenses and compares them with the planned budget. Provides spending summaries to help users manage trip costs efficiently.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Admin Dashboard, User Management, and System Analytics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manage users, monitor system activities, and generate analytical reports. Ensures smooth operation, security, and overall system performance.</a:t>
            </a:r>
          </a:p>
          <a:p>
            <a:pPr marL="0" marR="0" indent="0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14537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E73E0-FED1-F305-B253-B32B42221391}"/>
              </a:ext>
            </a:extLst>
          </p:cNvPr>
          <p:cNvSpPr txBox="1"/>
          <p:nvPr/>
        </p:nvSpPr>
        <p:spPr>
          <a:xfrm>
            <a:off x="4200041" y="962209"/>
            <a:ext cx="9144000" cy="15234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 and Future Work</a:t>
            </a:r>
          </a:p>
          <a:p>
            <a:pPr marL="0" marR="0" indent="0" algn="ctr">
              <a:spcAft>
                <a:spcPts val="600"/>
              </a:spcAft>
              <a:buNone/>
            </a:pPr>
            <a:r>
              <a:rPr lang="en-IN" sz="44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 and Future Work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637CB17-A7BC-9A76-41E1-A25BBB1C5B20}"/>
              </a:ext>
            </a:extLst>
          </p:cNvPr>
          <p:cNvSpPr/>
          <p:nvPr/>
        </p:nvSpPr>
        <p:spPr>
          <a:xfrm>
            <a:off x="618441" y="35705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7EBDF961-99BC-03B7-178C-571042DAB70E}"/>
              </a:ext>
            </a:extLst>
          </p:cNvPr>
          <p:cNvSpPr/>
          <p:nvPr/>
        </p:nvSpPr>
        <p:spPr>
          <a:xfrm>
            <a:off x="15539138" y="284812"/>
            <a:ext cx="2130421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B9D0A-E54C-4EA1-37F7-2BA0DEDB4028}"/>
              </a:ext>
            </a:extLst>
          </p:cNvPr>
          <p:cNvSpPr txBox="1"/>
          <p:nvPr/>
        </p:nvSpPr>
        <p:spPr>
          <a:xfrm>
            <a:off x="2216258" y="2238925"/>
            <a:ext cx="15281328" cy="84022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 Completed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 Analysis Completed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Design Completed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Design Completed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Design Completed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Development Started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assistance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travel planning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AR/VR destination preview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itinerary support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717904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2"/>
          <p:cNvSpPr txBox="1"/>
          <p:nvPr/>
        </p:nvSpPr>
        <p:spPr>
          <a:xfrm>
            <a:off x="5203478" y="2887183"/>
            <a:ext cx="7881046" cy="1873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900"/>
              </a:lnSpc>
              <a:defRPr sz="9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YOU!</a:t>
            </a:r>
          </a:p>
        </p:txBody>
      </p:sp>
      <p:sp>
        <p:nvSpPr>
          <p:cNvPr id="148" name="TextBox 3"/>
          <p:cNvSpPr txBox="1"/>
          <p:nvPr/>
        </p:nvSpPr>
        <p:spPr>
          <a:xfrm>
            <a:off x="7483053" y="4760853"/>
            <a:ext cx="2967931" cy="50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ANY QUESTIONS?</a:t>
            </a:r>
          </a:p>
        </p:txBody>
      </p:sp>
      <p:sp>
        <p:nvSpPr>
          <p:cNvPr id="149" name="Freeform 4"/>
          <p:cNvSpPr/>
          <p:nvPr/>
        </p:nvSpPr>
        <p:spPr>
          <a:xfrm>
            <a:off x="1028700" y="464002"/>
            <a:ext cx="1597817" cy="1881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Freeform 5"/>
          <p:cNvSpPr/>
          <p:nvPr/>
        </p:nvSpPr>
        <p:spPr>
          <a:xfrm>
            <a:off x="15316359" y="464002"/>
            <a:ext cx="2130422" cy="18818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667</Words>
  <Application>Microsoft Office PowerPoint</Application>
  <PresentationFormat>Custom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Anwar Pasha</dc:creator>
  <cp:lastModifiedBy>Danuspriyaa R</cp:lastModifiedBy>
  <cp:revision>10</cp:revision>
  <dcterms:modified xsi:type="dcterms:W3CDTF">2026-08-03T03:54:33Z</dcterms:modified>
</cp:coreProperties>
</file>